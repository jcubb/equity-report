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ry Cubbin" userId="62e37da502e9cc1d" providerId="LiveId" clId="{BC0BB679-9117-481E-B494-B70FA68A7FA9}"/>
    <pc:docChg chg="undo custSel modSld">
      <pc:chgData name="Jerry Cubbin" userId="62e37da502e9cc1d" providerId="LiveId" clId="{BC0BB679-9117-481E-B494-B70FA68A7FA9}" dt="2026-08-03T13:25:50.763" v="200" actId="20577"/>
      <pc:docMkLst>
        <pc:docMk/>
      </pc:docMkLst>
      <pc:sldChg chg="modSp mod">
        <pc:chgData name="Jerry Cubbin" userId="62e37da502e9cc1d" providerId="LiveId" clId="{BC0BB679-9117-481E-B494-B70FA68A7FA9}" dt="2026-08-03T13:25:50.763" v="200" actId="20577"/>
        <pc:sldMkLst>
          <pc:docMk/>
          <pc:sldMk cId="0" sldId="256"/>
        </pc:sldMkLst>
        <pc:spChg chg="mod">
          <ac:chgData name="Jerry Cubbin" userId="62e37da502e9cc1d" providerId="LiveId" clId="{BC0BB679-9117-481E-B494-B70FA68A7FA9}" dt="2026-08-03T13:06:22.969" v="10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7:21.929" v="10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7:38.084" v="110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8:43.905" v="117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13:00.437" v="190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10:08.473" v="172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8:08.538" v="11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8:50.316" v="118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13:10.826" v="194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7:17.944" v="103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8:16.753" v="113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8:55.146" v="119" actId="25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25:50.763" v="200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10:31.528" v="174" actId="103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4:09.477" v="55" actId="20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Jerry Cubbin" userId="62e37da502e9cc1d" providerId="LiveId" clId="{BC0BB679-9117-481E-B494-B70FA68A7FA9}" dt="2026-08-03T13:05:57.667" v="92" actId="255"/>
          <ac:spMkLst>
            <pc:docMk/>
            <pc:sldMk cId="0" sldId="256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25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Market Risk Management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10789920" cy="0"/>
          </a:xfrm>
          <a:prstGeom prst="line">
            <a:avLst/>
          </a:prstGeom>
          <a:noFill/>
          <a:ln w="12700">
            <a:solidFill>
              <a:srgbClr val="008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291840" cy="3657600"/>
          </a:xfrm>
          <a:prstGeom prst="roundRect">
            <a:avLst/>
          </a:prstGeom>
          <a:solidFill>
            <a:srgbClr val="E0F2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291840" cy="54864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Systematic Strategy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Sector Limits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Country Limits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Issuer Limits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Currency Exposure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Risk Strategy Targets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Ex-Post Tracking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7676"/>
                </a:solidFill>
              </a:rPr>
              <a:t>Analytics Providers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Internal Analytics &amp; Reporting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291840" cy="36576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291840" cy="548640"/>
          </a:xfrm>
          <a:prstGeom prst="rect">
            <a:avLst/>
          </a:prstGeom>
          <a:solidFill>
            <a:srgbClr val="D39E00"/>
          </a:solidFill>
          <a:ln w="12700">
            <a:solidFill>
              <a:srgbClr val="D39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Derivatives/Complex Instruments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 Limits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Stress Test Exposure Tracking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Risk Model Backtesting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Security P&amp;L vs VaR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Daily Automated Monitoring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4663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7676"/>
                </a:solidFill>
              </a:rPr>
              <a:t>Analytics Providers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V1 • V2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1737360"/>
            <a:ext cx="3291840" cy="3657600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1737360"/>
            <a:ext cx="329184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 Hot Spot / Client Inquiry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Full Risk Model TE Analysis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Deep Dive Top Risk Drivers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• Emerging Risk Stress Testing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46634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7676"/>
                </a:solidFill>
              </a:rPr>
              <a:t>Analytics Providers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</a:rPr>
              <a:t>V1 • V2 </a:t>
            </a:r>
            <a:r>
              <a:rPr lang="en-US" sz="1400">
                <a:solidFill>
                  <a:srgbClr val="333333"/>
                </a:solidFill>
              </a:rPr>
              <a:t>• V3 </a:t>
            </a:r>
            <a:r>
              <a:rPr lang="en-US" sz="1400" dirty="0">
                <a:solidFill>
                  <a:srgbClr val="333333"/>
                </a:solidFill>
              </a:rPr>
              <a:t>• Internal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5806440"/>
            <a:ext cx="3611880" cy="4114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5806440"/>
            <a:ext cx="3611880" cy="411480"/>
          </a:xfrm>
          <a:prstGeom prst="rect">
            <a:avLst/>
          </a:prstGeom>
          <a:solidFill>
            <a:srgbClr val="D39E00"/>
          </a:solidFill>
          <a:ln w="12700">
            <a:solidFill>
              <a:srgbClr val="D39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09560" y="5806440"/>
            <a:ext cx="3593592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03797" y="588432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OVERSIGHT INTENSITY  ◄───────────────►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593098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</a:rPr>
              <a:t>Lower</a:t>
            </a:r>
          </a:p>
        </p:txBody>
      </p:sp>
      <p:sp>
        <p:nvSpPr>
          <p:cNvPr id="27" name="Text 25"/>
          <p:cNvSpPr/>
          <p:nvPr/>
        </p:nvSpPr>
        <p:spPr>
          <a:xfrm>
            <a:off x="10149840" y="5938863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i="1" dirty="0">
                <a:solidFill>
                  <a:schemeClr val="bg1"/>
                </a:solidFill>
              </a:rPr>
              <a:t>Higher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104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Jerry Cubbin</cp:lastModifiedBy>
  <cp:revision>1</cp:revision>
  <dcterms:created xsi:type="dcterms:W3CDTF">2026-08-03T13:02:08Z</dcterms:created>
  <dcterms:modified xsi:type="dcterms:W3CDTF">2026-08-03T13:25:53Z</dcterms:modified>
</cp:coreProperties>
</file>